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539e2a99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539e2a99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539e2a99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9539e2a99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9539e2a99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9539e2a99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9539e2a99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9539e2a99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539e2a994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9539e2a99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539e2a994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9539e2a994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9539e2a994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9539e2a994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9539e2a994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9539e2a994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9539e2a994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9539e2a994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9539e2a994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9539e2a994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539e2a994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9539e2a994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SV intro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system design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SV and when will you ever use it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Language to communicate with fpga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Used to layout </a:t>
            </a:r>
            <a:r>
              <a:rPr lang="en"/>
              <a:t>microchips</a:t>
            </a:r>
            <a:r>
              <a:rPr lang="en"/>
              <a:t> and stuff in RTL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Can be one to one with </a:t>
            </a:r>
            <a:r>
              <a:rPr lang="en"/>
              <a:t>physical</a:t>
            </a:r>
            <a:r>
              <a:rPr lang="en"/>
              <a:t> layout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methods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Check out my sweet SV code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Always comb vs always ff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Comb is essentially instant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FF is always at Flip Flop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FF is known as sequential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Sequential logic happens one after another and has memory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Updates every cycle typically every rising clock edge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Math in SV is relatively simple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Check out some more sweet code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Memory</a:t>
            </a:r>
            <a:r>
              <a:rPr lang="en"/>
              <a:t> 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RAM vs ROM vs dffs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RAM - Random Access memory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ROM - Read Only Memory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DFF - </a:t>
            </a:r>
            <a:r>
              <a:rPr lang="en"/>
              <a:t>single</a:t>
            </a:r>
            <a:r>
              <a:rPr lang="en"/>
              <a:t> bit of </a:t>
            </a:r>
            <a:r>
              <a:rPr lang="en"/>
              <a:t>memory</a:t>
            </a:r>
            <a:r>
              <a:rPr lang="en"/>
              <a:t> sometimes called a register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We </a:t>
            </a:r>
            <a:r>
              <a:rPr lang="en"/>
              <a:t>only</a:t>
            </a:r>
            <a:r>
              <a:rPr lang="en"/>
              <a:t> have typically 10 mb of capacity on the board typically sometimes more sometimes less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Bit vs byte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 bit  = 1 or 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1 byte is 8 bits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Bit stream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the white board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River of single bits coming to us that we have to break down using counters then we have to store them </a:t>
            </a:r>
            <a:r>
              <a:rPr lang="en"/>
              <a:t>somewhere</a:t>
            </a:r>
            <a:r>
              <a:rPr lang="en"/>
              <a:t> then we can work with them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We </a:t>
            </a:r>
            <a:r>
              <a:rPr lang="en"/>
              <a:t>don't</a:t>
            </a:r>
            <a:r>
              <a:rPr lang="en"/>
              <a:t> have to store them but if we want to use the values again we do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the machine</a:t>
            </a:r>
            <a:endParaRPr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have bits coming from the ether we get to choose how they come and what they mean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We get bits and must interpret then store them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We then need a separate state with combinational logic to do computations and sequential logic to update our memory and outputs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We update everything then output a bit stream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Jobs using SV</a:t>
            </a:r>
            <a:endParaRPr/>
          </a:p>
        </p:txBody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RTL chip layout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Fpga engineer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Both pay typically over 100k starting depending on the company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 to get cracked</a:t>
            </a:r>
            <a:endParaRPr/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271&gt;*371*&gt;469&gt;476&gt;477&gt;probably others&gt;478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strategies </a:t>
            </a:r>
            <a:endParaRPr/>
          </a:p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Market maker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Arbitrage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Latency arbitrage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Order flow prediction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Spoofing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Noise exploitation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Other signal based strategies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