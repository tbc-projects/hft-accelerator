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bd084b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bd084b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4bd084bd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4bd084bd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4bd084b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4bd084b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4bd084b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4bd084b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bd084b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4bd084b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4bd084b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4bd084b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4bd084bd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4bd084bd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Idle Buy Sell some states to interpret data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bd084bd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4bd084bd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4bd084bd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4bd084bd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bd084b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bd084b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Satellite images of oil tankers and parking 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 of towns pipelines run 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on the average weight for flights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on the type of people going on a cruise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bd084bd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bd084bd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bd084bd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bd084bd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bd084bd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bd084bd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bd084bd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bd084bd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quant.io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r>
              <a:rPr lang="en"/>
              <a:t>Maps &amp; FSMs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(maybe a little SV)</a:t>
            </a:r>
            <a:r>
              <a:rPr lang="en"/>
              <a:t>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</a:t>
            </a:r>
            <a:r>
              <a:rPr lang="en"/>
              <a:t>demorgan's</a:t>
            </a:r>
            <a:r>
              <a:rPr lang="en"/>
              <a:t> was wrong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TSP vs TCP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 of meetings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bit technical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 bit fundamental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Last bit free form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Kmap over 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 to reduce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Logical expressions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973" y="1152475"/>
            <a:ext cx="470120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and practice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42675" y="1179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example: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Worked example: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Worked example:         F = A!B!C!D+A!B!CD+AB!CD+AB!C!D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175" y="1314525"/>
            <a:ext cx="23241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050" y="1638500"/>
            <a:ext cx="283845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FSM explanation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FSM’s are a way to break down large </a:t>
            </a:r>
            <a:r>
              <a:rPr lang="en"/>
              <a:t>problems</a:t>
            </a:r>
            <a:r>
              <a:rPr lang="en"/>
              <a:t> into small *modules* to be built in 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Shows explicitly I/O connections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cell needs to have at least one input and at least two outputs unless its an always state in which case its redundant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one right answer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only single bit signals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FSM example four way intersection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a major intersection, what states can the light be in?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happens upon reset?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happens if cars never stop coming?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FSM for HFT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the machine do?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many clock cycles do we need to run data through our machine?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threading </a:t>
            </a:r>
            <a:r>
              <a:rPr lang="en" sz="1800">
                <a:solidFill>
                  <a:schemeClr val="dk2"/>
                </a:solidFill>
              </a:rPr>
              <a:t>(kind of)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Typically called pipelined for digital logic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Running multiple calculations at the same time through different parts of the machine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SV does this for us when it can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some SV if we have time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Trading data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kinds of data are there for trading?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Unconventional data is big business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It sometimes is unethical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typical data for trading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EBITDA / EBIT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 not to be confused with EV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Market Capitalization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financial statements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Options greeks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up apple stock then go to financials and other tabs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that sweet sweet quant job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soon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Put this project on your resume and *</a:t>
            </a:r>
            <a:r>
              <a:rPr lang="en"/>
              <a:t>embellish</a:t>
            </a:r>
            <a:r>
              <a:rPr lang="en"/>
              <a:t>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all were in the math club in high school and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should probably </a:t>
            </a:r>
            <a:r>
              <a:rPr lang="en"/>
              <a:t>actually</a:t>
            </a:r>
            <a:r>
              <a:rPr lang="en"/>
              <a:t> join in college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Networking on </a:t>
            </a:r>
            <a:r>
              <a:rPr lang="en"/>
              <a:t>linkedin</a:t>
            </a:r>
            <a:r>
              <a:rPr lang="en"/>
              <a:t> and via unconventional data(email spam)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Lots of </a:t>
            </a:r>
            <a:r>
              <a:rPr lang="en"/>
              <a:t>companies</a:t>
            </a:r>
            <a:r>
              <a:rPr lang="en"/>
              <a:t> that pay a ton also a lot that pay marginally less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 whatever it means to “Make me a market” and grind stats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Quant.io</a:t>
            </a:r>
            <a:r>
              <a:rPr lang="en"/>
              <a:t> </a:t>
            </a:r>
            <a:r>
              <a:rPr lang="en"/>
              <a:t>type</a:t>
            </a:r>
            <a:r>
              <a:rPr lang="en"/>
              <a:t> sites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338" y="1152475"/>
            <a:ext cx="159067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losers opinion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Any internship in your field is a good one 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88" y="1119188"/>
            <a:ext cx="820102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