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01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5475-7ACB-4CC7-AE84-53ACCA3C2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2FDB6-714F-0BC8-631A-6B50A6052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3F91B-63E0-847F-A030-DC74DF0F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941C-FD22-B98C-DF55-B3DF19BF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22595-6195-CD00-61B7-B4DD8129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0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E1CB-4118-996E-4D27-E2880B30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2980-50CB-3C25-3278-3E8473CD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AF123-F081-D6FB-2247-BB2C5182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01374-8346-8DE4-77AB-E191A453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1B6C-3FBC-B0B9-71E1-8FD02395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4869-2558-3C3E-B1AE-1B75234F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1111-EFC0-A278-DBC1-41BFFA5A7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9A44-0FA9-6167-6136-53F0140A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9E3C7-5A56-A9FF-6061-DC373AF3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D3DF-0818-152C-7083-2145EBC5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9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BAA7-650D-8897-27EC-FFD9427A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300C-D9C5-3E33-2DE4-B8908372B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72D56-91C5-D4BC-A342-CD64AC947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1FCEF-B217-0CCE-6A75-49ADC418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B9821-B11B-F6E9-5A64-F11548FD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E9382-EEE9-1E68-BACB-A6B36235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1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60CE-470C-2D3E-B15F-EC133F84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F3B48-7666-1F83-FF73-1719E4171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05142-260E-0863-DF6D-17D3B7AE4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785A-3E13-E6FD-29F8-F1C780324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29997-4AF1-3E9B-1DB3-FF9F5D694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C54E3-FE02-FBA5-A2E9-E779F9D7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E5595-DE72-69E6-1C1E-0F9B65B2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FB00D-D535-D6F7-9227-9D1A7C22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1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6078-5907-CDC0-4939-C868C175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FCB1C-68DD-152C-A66F-DF1008AC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76C13-A831-51F2-15F6-8B5E80F8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25910-6B52-71F0-918C-679804E4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9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AAFB3-146A-6990-67B2-2BED8B25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D8E68-052E-DBC7-C5A8-3156A59A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1812F-8795-97BF-F32D-1DF2F369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0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C869-46D2-AD5E-C2F0-1AC9F344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EC2F-1008-8F12-17D9-935391D56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A177E-C2A4-73BE-5224-61769BF85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71179-5B6F-6B19-9FE9-259057F2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B5ED9-9C31-580C-537C-E19BAE82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0A827-FD46-1101-1E23-6D66FBD9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DDDB-C027-9440-3160-133C1910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E97B4-F836-1BDA-FBB4-797020A7B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0F6CB-C00A-A4A3-130F-4693435D8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78F50-94D2-3417-2D30-978D93B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7A44F-0520-88DE-5841-05A18C16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86534-442D-FD9C-1EA9-4883E8AB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4AD9-D5BE-CA8C-835B-1D01F7FC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9F6E5-E3EA-F85A-49AD-796553355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C090E-0531-1B8A-F2D8-63AAEA06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AF4B7-71EC-ED9E-423F-182367B6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13639-5AB9-E864-5CDB-2E3439B4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3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FC980-AF5C-D703-1F86-376C1A943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F0BB2-D51C-D833-70CA-641A8B966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B052-03E7-985B-62D4-5BB2A741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86F5-6F7A-DB22-5D73-6CDA8AFE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C55DF-EA2E-09FC-382F-66CD5418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D6163-3CF6-630B-87CF-ACCB68E5B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DCA5E-7B3C-C166-528E-E299964B9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384C4-9796-F657-0C21-77E683EEB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9BF96-F397-E346-91B1-F223BCD1A31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4EC9E-9C20-E8EE-9BE8-026C6A2B4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32850-E0F1-CEC8-ED35-1241981CF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FBB14-3BA8-A242-9C01-01701DD6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083D-4792-9425-E1FD-4BB15F92A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Hft</a:t>
            </a:r>
            <a:r>
              <a:rPr lang="en-US" dirty="0"/>
              <a:t> accelerator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4447A-D96F-0396-781B-EF43B5AA1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Pranav </a:t>
            </a:r>
            <a:r>
              <a:rPr lang="en-US" dirty="0" err="1"/>
              <a:t>sharma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2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92DE-2251-0EE3-ECDB-E003B698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 within the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1B97D-86DF-4FE8-55AD-1A3AFA5A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around and share what you’ve completed so far </a:t>
            </a:r>
          </a:p>
          <a:p>
            <a:r>
              <a:rPr lang="en-US" dirty="0"/>
              <a:t>(its fine if you haven’t done much)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Trying to wrap project up in 3 weeks</a:t>
            </a:r>
          </a:p>
        </p:txBody>
      </p:sp>
    </p:spTree>
    <p:extLst>
      <p:ext uri="{BB962C8B-B14F-4D97-AF65-F5344CB8AC3E}">
        <p14:creationId xmlns:p14="http://schemas.microsoft.com/office/powerpoint/2010/main" val="124724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3A32-3A3A-169A-6692-8899DC91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clarifications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9F01-3506-5500-A95B-76CC65068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writing SystemVerilog code that receives 18-byte packets of raw binary containing stock information. Your code will:</a:t>
            </a:r>
          </a:p>
          <a:p>
            <a:pPr lvl="1"/>
            <a:r>
              <a:rPr lang="en-US" dirty="0"/>
              <a:t>Receive and understand the binary packets in real time</a:t>
            </a:r>
          </a:p>
          <a:p>
            <a:pPr lvl="1"/>
            <a:r>
              <a:rPr lang="en-US" dirty="0"/>
              <a:t>Contain an algorithm that will decide when to buy/sell </a:t>
            </a:r>
          </a:p>
          <a:p>
            <a:pPr lvl="1"/>
            <a:r>
              <a:rPr lang="en-US" dirty="0"/>
              <a:t>Send 16-byte </a:t>
            </a:r>
            <a:r>
              <a:rPr lang="en-US" b="1" dirty="0"/>
              <a:t>formatted</a:t>
            </a:r>
            <a:r>
              <a:rPr lang="en-US" dirty="0"/>
              <a:t> packets back to the computer to actually execute the trade</a:t>
            </a:r>
          </a:p>
          <a:p>
            <a:endParaRPr lang="en-US" dirty="0"/>
          </a:p>
          <a:p>
            <a:r>
              <a:rPr lang="en-US" dirty="0"/>
              <a:t>If you have questions at any time, please ask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6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B692-3C09-D833-A8E8-F392006D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Bits, bytes, and hex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60D5-713E-FA0A-2D38-A2D55D52F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bit is just an integer ( 1 or 0 )</a:t>
            </a:r>
          </a:p>
          <a:p>
            <a:r>
              <a:rPr lang="en-US" dirty="0"/>
              <a:t>A byte is 8 bits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Looking at lots of ones and zeroes is unreadable, so hex exists</a:t>
            </a:r>
          </a:p>
          <a:p>
            <a:r>
              <a:rPr lang="en-US" dirty="0"/>
              <a:t>1010 1010  converts to hex “aa”</a:t>
            </a:r>
          </a:p>
          <a:p>
            <a:r>
              <a:rPr lang="en-US" dirty="0"/>
              <a:t>0010 1110  converts to hex “2e”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Hex makes binary more readable and compact. </a:t>
            </a:r>
          </a:p>
        </p:txBody>
      </p:sp>
      <p:pic>
        <p:nvPicPr>
          <p:cNvPr id="1026" name="Picture 2" descr="Byte vs Bit - The relationship between a byte and a bit explained">
            <a:extLst>
              <a:ext uri="{FF2B5EF4-FFF2-40B4-BE49-F238E27FC236}">
                <a16:creationId xmlns:a16="http://schemas.microsoft.com/office/drawing/2014/main" id="{2F8B7BEC-4F2F-CC74-D587-5A567BCA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104" y="127322"/>
            <a:ext cx="60960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34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340A-D508-7BB9-56F3-BDEC5796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packets (FPGA receives)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25F0-0AF4-282F-29E3-7242FF40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Byte 0: Start marker (0xAA)</a:t>
            </a:r>
          </a:p>
          <a:p>
            <a:pPr marL="0" indent="0">
              <a:buNone/>
            </a:pPr>
            <a:r>
              <a:rPr lang="en-US" dirty="0"/>
              <a:t>- Bytes 1-4: Stock ticker (4 ASCII chars)</a:t>
            </a:r>
          </a:p>
          <a:p>
            <a:pPr marL="0" indent="0">
              <a:buNone/>
            </a:pPr>
            <a:r>
              <a:rPr lang="en-US" dirty="0"/>
              <a:t>- Bytes 5-8: Unix timestamp : </a:t>
            </a:r>
            <a:r>
              <a:rPr lang="en-US" i="1" dirty="0"/>
              <a:t>seconds since </a:t>
            </a:r>
            <a:r>
              <a:rPr lang="en-US" i="1" dirty="0" err="1"/>
              <a:t>jan</a:t>
            </a:r>
            <a:r>
              <a:rPr lang="en-US" i="1" dirty="0"/>
              <a:t> 1, 1970</a:t>
            </a:r>
          </a:p>
          <a:p>
            <a:pPr marL="0" indent="0">
              <a:buNone/>
            </a:pPr>
            <a:r>
              <a:rPr lang="en-US" dirty="0"/>
              <a:t>- Bytes 9-11: Ask price in cents : </a:t>
            </a:r>
            <a:r>
              <a:rPr lang="en-US" i="1" dirty="0"/>
              <a:t>lowest price a seller will accept</a:t>
            </a:r>
          </a:p>
          <a:p>
            <a:pPr marL="0" indent="0">
              <a:buNone/>
            </a:pPr>
            <a:r>
              <a:rPr lang="en-US" dirty="0"/>
              <a:t>- Bytes 12-14: Bid price in cents : </a:t>
            </a:r>
            <a:r>
              <a:rPr lang="en-US" i="1" dirty="0"/>
              <a:t>highest price a buyer will pay </a:t>
            </a:r>
          </a:p>
          <a:p>
            <a:pPr marL="0" indent="0">
              <a:buNone/>
            </a:pPr>
            <a:r>
              <a:rPr lang="en-US" dirty="0"/>
              <a:t>- Bytes 15-16: Current position : </a:t>
            </a:r>
            <a:r>
              <a:rPr lang="en-US" i="1" dirty="0"/>
              <a:t>amount of stock we are holding</a:t>
            </a:r>
          </a:p>
          <a:p>
            <a:pPr marL="0" indent="0">
              <a:buNone/>
            </a:pPr>
            <a:r>
              <a:rPr lang="en-US" dirty="0"/>
              <a:t>- Byte 17: Checksum (XOR of bytes 1-16) : </a:t>
            </a:r>
            <a:r>
              <a:rPr lang="en-US" i="1" dirty="0"/>
              <a:t>verification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69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A199-0DE9-5F03-7842-AD8D407F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Outgoing packets (FPGA sends)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2602-1917-6060-3D2A-77686A06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Byte 0: Start marker (0xBB)</a:t>
            </a:r>
          </a:p>
          <a:p>
            <a:pPr marL="0" indent="0">
              <a:buNone/>
            </a:pPr>
            <a:r>
              <a:rPr lang="en-US" dirty="0"/>
              <a:t>- Bytes 1-4: Ticker (4 ASCII chars)</a:t>
            </a:r>
          </a:p>
          <a:p>
            <a:pPr marL="0" indent="0">
              <a:buNone/>
            </a:pPr>
            <a:r>
              <a:rPr lang="en-US" dirty="0"/>
              <a:t>- Byte 5: Action (0=HOLD, 1=BUY, 2=SELL)</a:t>
            </a:r>
          </a:p>
          <a:p>
            <a:pPr marL="0" indent="0">
              <a:buNone/>
            </a:pPr>
            <a:r>
              <a:rPr lang="en-US" dirty="0"/>
              <a:t>- Bytes 6-7: Quantity (16-bit shares)</a:t>
            </a:r>
          </a:p>
          <a:p>
            <a:pPr marL="0" indent="0">
              <a:buNone/>
            </a:pPr>
            <a:r>
              <a:rPr lang="en-US" dirty="0"/>
              <a:t>- Byte 8: Order type (0=MARKET, 1=LIMIT)</a:t>
            </a:r>
          </a:p>
          <a:p>
            <a:pPr marL="0" indent="0">
              <a:buNone/>
            </a:pPr>
            <a:r>
              <a:rPr lang="en-US" dirty="0"/>
              <a:t>- Bytes 9-11: Limit price in cents (24-bit)</a:t>
            </a:r>
          </a:p>
          <a:p>
            <a:pPr marL="0" indent="0">
              <a:buNone/>
            </a:pPr>
            <a:r>
              <a:rPr lang="en-US" dirty="0"/>
              <a:t>- Bytes 12-15: Timestamp (32-bit Unix time)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55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7100-68D4-EAE0-E747-D3FFDDEBF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programming language that describes circuits </a:t>
            </a:r>
          </a:p>
          <a:p>
            <a:r>
              <a:rPr lang="en-US" dirty="0"/>
              <a:t>Runs on FPGAs. Like Arduino, you push the code once and it sits there, running in a loop (while on power)</a:t>
            </a:r>
          </a:p>
          <a:p>
            <a:r>
              <a:rPr lang="en-US" dirty="0"/>
              <a:t>You can upload code to our FPGA using Xilinx </a:t>
            </a:r>
            <a:r>
              <a:rPr lang="en-US" dirty="0" err="1"/>
              <a:t>Vivado</a:t>
            </a:r>
            <a:r>
              <a:rPr lang="en-US" dirty="0"/>
              <a:t> Design Suite. This program is only available on windows and </a:t>
            </a:r>
            <a:r>
              <a:rPr lang="en-US" dirty="0" err="1"/>
              <a:t>linux</a:t>
            </a:r>
            <a:r>
              <a:rPr lang="en-US" dirty="0"/>
              <a:t> </a:t>
            </a:r>
          </a:p>
          <a:p>
            <a:r>
              <a:rPr lang="en-US" dirty="0"/>
              <a:t>We can simulate running SystemVerilog code using online </a:t>
            </a:r>
            <a:r>
              <a:rPr lang="en-US" dirty="0" err="1"/>
              <a:t>intepreters</a:t>
            </a:r>
            <a:r>
              <a:rPr lang="en-US" dirty="0"/>
              <a:t> like </a:t>
            </a:r>
            <a:r>
              <a:rPr lang="en-US" dirty="0" err="1"/>
              <a:t>EDAplayground</a:t>
            </a:r>
            <a:endParaRPr lang="en-US" dirty="0"/>
          </a:p>
          <a:p>
            <a:r>
              <a:rPr lang="en-US" dirty="0"/>
              <a:t>Uses testbenches (like tests in any other coding language)\</a:t>
            </a:r>
          </a:p>
          <a:p>
            <a:pPr marL="0" indent="0">
              <a:buNone/>
            </a:pPr>
            <a:r>
              <a:rPr lang="en-US" dirty="0"/>
              <a:t>* show example*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D1A51-2F19-9EE1-7E41-F6621FCC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SystemVerilog</a:t>
            </a:r>
          </a:p>
        </p:txBody>
      </p:sp>
    </p:spTree>
    <p:extLst>
      <p:ext uri="{BB962C8B-B14F-4D97-AF65-F5344CB8AC3E}">
        <p14:creationId xmlns:p14="http://schemas.microsoft.com/office/powerpoint/2010/main" val="352372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72567-B55C-FFB1-BEFD-1496B28B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551E-34FC-3768-D263-88B9A63B8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SystemVerilog is a very involved programming language</a:t>
            </a:r>
          </a:p>
          <a:p>
            <a:r>
              <a:rPr lang="en-US" dirty="0"/>
              <a:t>Later today, I will be uploading a SystemVerilog testbench to discord. You can use it to simulate the full loop. It will feed formatted packets to you every 0.5 seconds.</a:t>
            </a:r>
          </a:p>
          <a:p>
            <a:pPr lvl="1"/>
            <a:r>
              <a:rPr lang="en-US" dirty="0"/>
              <a:t>Due to time crunch, use whatever resources you can (AI)</a:t>
            </a:r>
          </a:p>
          <a:p>
            <a:pPr lvl="1"/>
            <a:r>
              <a:rPr lang="en-US" dirty="0"/>
              <a:t>Just run on </a:t>
            </a:r>
            <a:r>
              <a:rPr lang="en-US" dirty="0" err="1"/>
              <a:t>EDAPlayground</a:t>
            </a:r>
            <a:endParaRPr lang="en-US" dirty="0"/>
          </a:p>
          <a:p>
            <a:r>
              <a:rPr lang="en-US" dirty="0"/>
              <a:t>Next week, I will have an example module prepared and you can see the full loop of incoming packets -&gt; FPGA -&gt; trades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0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7D9C-DB59-DA06-A686-20C71163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wrap 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D93CF-3779-B326-BC7F-9C1E5F968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two weeks, I hope to have some completed modules. In the week following that, I will run each of the modules for some time each.</a:t>
            </a:r>
          </a:p>
          <a:p>
            <a:r>
              <a:rPr lang="en-US" dirty="0"/>
              <a:t>The one that makes the most money (if any)  – I’ll give you like 30 bucks or something</a:t>
            </a:r>
          </a:p>
        </p:txBody>
      </p:sp>
    </p:spTree>
    <p:extLst>
      <p:ext uri="{BB962C8B-B14F-4D97-AF65-F5344CB8AC3E}">
        <p14:creationId xmlns:p14="http://schemas.microsoft.com/office/powerpoint/2010/main" val="1267660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D5ED-3DB4-F83F-4C97-4292CF440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28D8-8998-9EAE-F171-D24AB9B81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proposals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F3DC8-FFAD-1283-8DF6-7599C81B9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Tuesday, Jan 20</a:t>
            </a:r>
            <a:r>
              <a:rPr lang="en-US" sz="3200" baseline="30000" dirty="0"/>
              <a:t>th</a:t>
            </a:r>
            <a:r>
              <a:rPr lang="en-US" sz="3200" dirty="0"/>
              <a:t> @ 7PM</a:t>
            </a:r>
          </a:p>
          <a:p>
            <a:r>
              <a:rPr lang="en-US" sz="3200" dirty="0"/>
              <a:t>ECE 269 (TBD)</a:t>
            </a:r>
          </a:p>
          <a:p>
            <a:endParaRPr lang="en-US" sz="3200" baseline="30000" dirty="0"/>
          </a:p>
        </p:txBody>
      </p:sp>
    </p:spTree>
    <p:extLst>
      <p:ext uri="{BB962C8B-B14F-4D97-AF65-F5344CB8AC3E}">
        <p14:creationId xmlns:p14="http://schemas.microsoft.com/office/powerpoint/2010/main" val="298106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575</Words>
  <Application>Microsoft Macintosh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Hft accelerator</vt:lpstr>
      <vt:lpstr>Where are we within the project?</vt:lpstr>
      <vt:lpstr>Project clarifications </vt:lpstr>
      <vt:lpstr>Bits, bytes, and hex</vt:lpstr>
      <vt:lpstr>Incoming packets (FPGA receives)</vt:lpstr>
      <vt:lpstr>Outgoing packets (FPGA sends)</vt:lpstr>
      <vt:lpstr>SystemVerilog</vt:lpstr>
      <vt:lpstr>My recommendations</vt:lpstr>
      <vt:lpstr>Project wrap up </vt:lpstr>
      <vt:lpstr>Project proposals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Sharma</dc:creator>
  <cp:lastModifiedBy>Pranav Sharma</cp:lastModifiedBy>
  <cp:revision>1</cp:revision>
  <dcterms:created xsi:type="dcterms:W3CDTF">2026-01-14T21:15:03Z</dcterms:created>
  <dcterms:modified xsi:type="dcterms:W3CDTF">2026-01-15T00:23:03Z</dcterms:modified>
</cp:coreProperties>
</file>